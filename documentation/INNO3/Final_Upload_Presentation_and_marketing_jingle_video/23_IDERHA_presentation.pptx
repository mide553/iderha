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Montserrat ExtraBold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ExtraBold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Extra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a4d82455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6a4d82455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f998bceca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bf998bceca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f998bceca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bf998bceca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f998bceca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bf998bceca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f998bceca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bf998bceca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FEE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399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360000" spcFirstLastPara="1" rIns="91425" wrap="square" tIns="91425">
            <a:normAutofit/>
          </a:bodyPr>
          <a:lstStyle/>
          <a:p>
            <a:pPr indent="0" lvl="0" marL="0" marR="8636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" sz="3000">
                <a:latin typeface="Montserrat ExtraBold"/>
                <a:ea typeface="Montserrat ExtraBold"/>
                <a:cs typeface="Montserrat ExtraBold"/>
                <a:sym typeface="Montserrat ExtraBold"/>
              </a:rPr>
              <a:t>eHealth Insights</a:t>
            </a:r>
            <a:endParaRPr sz="30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8636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" sz="1300">
                <a:latin typeface="Montserrat"/>
                <a:ea typeface="Montserrat"/>
                <a:cs typeface="Montserrat"/>
                <a:sym typeface="Montserrat"/>
              </a:rPr>
              <a:t>Innovation Lab 3, Wintersemester 2025/26 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r" sz="1300">
                <a:latin typeface="Montserrat"/>
                <a:ea typeface="Montserrat"/>
                <a:cs typeface="Montserrat"/>
                <a:sym typeface="Montserrat"/>
              </a:rPr>
              <a:t>Supervisor:</a:t>
            </a:r>
            <a:r>
              <a:rPr lang="hr" sz="1300">
                <a:latin typeface="Montserrat"/>
                <a:ea typeface="Montserrat"/>
                <a:cs typeface="Montserrat"/>
                <a:sym typeface="Montserrat"/>
              </a:rPr>
              <a:t> Lukas Rohatsch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hr" sz="1300">
                <a:latin typeface="Montserrat"/>
                <a:ea typeface="Montserrat"/>
                <a:cs typeface="Montserrat"/>
                <a:sym typeface="Montserrat"/>
              </a:rPr>
              <a:t>Team: 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360000" lvl="0" marL="5543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" sz="1300">
                <a:latin typeface="Montserrat"/>
                <a:ea typeface="Montserrat"/>
                <a:cs typeface="Montserrat"/>
                <a:sym typeface="Montserrat"/>
              </a:rPr>
              <a:t>Zehinovic Aldin, if22b130@technikum-wien.at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360000" lvl="0" marL="5543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" sz="1300">
                <a:latin typeface="Montserrat"/>
                <a:ea typeface="Montserrat"/>
                <a:cs typeface="Montserrat"/>
                <a:sym typeface="Montserrat"/>
              </a:rPr>
              <a:t>Dervisefendic Armin, if23b040@technikum-wien.at 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61" name="Google Shape;61;p14" title="Screenshot_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FEE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hr">
                <a:latin typeface="Montserrat ExtraBold"/>
                <a:ea typeface="Montserrat ExtraBold"/>
                <a:cs typeface="Montserrat ExtraBold"/>
                <a:sym typeface="Montserrat ExtraBold"/>
              </a:rPr>
              <a:t>Key Features</a:t>
            </a:r>
            <a:endParaRPr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63075"/>
            <a:ext cx="8520600" cy="3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197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43"/>
              <a:buFont typeface="Montserrat"/>
              <a:buChar char="●"/>
            </a:pPr>
            <a:r>
              <a:rPr lang="hr" sz="194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Unified Analytics</a:t>
            </a:r>
            <a:endParaRPr sz="194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4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197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43"/>
              <a:buFont typeface="Montserrat"/>
              <a:buChar char="●"/>
            </a:pPr>
            <a:r>
              <a:rPr lang="hr" sz="194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Smart Export </a:t>
            </a:r>
            <a:endParaRPr sz="194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4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197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43"/>
              <a:buFont typeface="Montserrat"/>
              <a:buChar char="●"/>
            </a:pPr>
            <a:r>
              <a:rPr lang="hr" sz="194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Secure Access (BCrypt passwords &amp; API keys)</a:t>
            </a:r>
            <a:endParaRPr sz="194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4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197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43"/>
              <a:buFont typeface="Montserrat"/>
              <a:buChar char="●"/>
            </a:pPr>
            <a:r>
              <a:rPr lang="hr" sz="194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Easy Hospital Onboarding </a:t>
            </a:r>
            <a:endParaRPr sz="194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8" name="Google Shape;68;p15" title="chart-67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6675" y="101772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pdf-download-261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9850" y="188385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 title="red-padlock-1173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2750" y="27373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 title="hospital-106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08500" y="3672425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FEE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1111"/>
              <a:buFont typeface="Arial"/>
              <a:buNone/>
            </a:pPr>
            <a:r>
              <a:rPr lang="hr">
                <a:latin typeface="Montserrat ExtraBold"/>
                <a:ea typeface="Montserrat ExtraBold"/>
                <a:cs typeface="Montserrat ExtraBold"/>
                <a:sym typeface="Montserrat ExtraBold"/>
              </a:rPr>
              <a:t>Technical Highlights</a:t>
            </a:r>
            <a:endParaRPr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017725"/>
            <a:ext cx="8520600" cy="3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197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43"/>
              <a:buFont typeface="Montserrat"/>
              <a:buChar char="●"/>
            </a:pPr>
            <a:r>
              <a:rPr lang="hr" sz="194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Backend</a:t>
            </a:r>
            <a:endParaRPr sz="194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4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4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197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43"/>
              <a:buFont typeface="Montserrat"/>
              <a:buChar char="●"/>
            </a:pPr>
            <a:r>
              <a:rPr lang="hr" sz="194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Frontend</a:t>
            </a:r>
            <a:endParaRPr sz="194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4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4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197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43"/>
              <a:buFont typeface="Montserrat"/>
              <a:buChar char="●"/>
            </a:pPr>
            <a:r>
              <a:rPr lang="hr" sz="194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Containerized Deployment</a:t>
            </a:r>
            <a:endParaRPr sz="194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4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8" name="Google Shape;78;p16" title="Java_programming_language_logo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813" y="1459887"/>
            <a:ext cx="527251" cy="96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 title="spring-bo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9825" y="1459875"/>
            <a:ext cx="1841231" cy="96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 title="Vitejs-logo.sv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600" y="2868675"/>
            <a:ext cx="813725" cy="80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 title="React_Logo_SVG.sv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31325" y="2868663"/>
            <a:ext cx="916350" cy="84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 title="91985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6825" y="4221200"/>
            <a:ext cx="813725" cy="81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Postgresql_elephant.svg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06776" y="4155575"/>
            <a:ext cx="916351" cy="944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FEE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hr">
                <a:latin typeface="Montserrat ExtraBold"/>
                <a:ea typeface="Montserrat ExtraBold"/>
                <a:cs typeface="Montserrat ExtraBold"/>
                <a:sym typeface="Montserrat ExtraBold"/>
              </a:rPr>
              <a:t>Overcoming the Challenges</a:t>
            </a:r>
            <a:endParaRPr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1971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43"/>
              <a:buFont typeface="Montserrat"/>
              <a:buChar char="●"/>
            </a:pPr>
            <a:r>
              <a:rPr lang="hr" sz="194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Decentralized data storage</a:t>
            </a:r>
            <a:endParaRPr sz="194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4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1971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43"/>
              <a:buFont typeface="Montserrat"/>
              <a:buChar char="●"/>
            </a:pPr>
            <a:r>
              <a:rPr lang="hr" sz="194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Federated analysis with FDW</a:t>
            </a:r>
            <a:endParaRPr sz="194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4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1971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43"/>
              <a:buFont typeface="Montserrat"/>
              <a:buChar char="●"/>
            </a:pPr>
            <a:r>
              <a:rPr lang="hr" sz="194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Easy onboarding</a:t>
            </a:r>
            <a:endParaRPr sz="194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4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4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0" name="Google Shape;90;p17" title="challen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500" y="1152475"/>
            <a:ext cx="4832398" cy="333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FEE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121200" y="3307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hr">
                <a:latin typeface="Montserrat ExtraBold"/>
                <a:ea typeface="Montserrat ExtraBold"/>
                <a:cs typeface="Montserrat ExtraBold"/>
                <a:sym typeface="Montserrat ExtraBold"/>
              </a:rPr>
              <a:t>Analytics</a:t>
            </a:r>
            <a:endParaRPr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96" name="Google Shape;96;p18" title="c1e69faf-7186-4f3c-933c-fdde5cb1e902.jpg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0" y="1017725"/>
            <a:ext cx="9143999" cy="41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FEE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hr">
                <a:latin typeface="Montserrat ExtraBold"/>
                <a:ea typeface="Montserrat ExtraBold"/>
                <a:cs typeface="Montserrat ExtraBold"/>
                <a:sym typeface="Montserrat ExtraBold"/>
              </a:rPr>
              <a:t>Benefits</a:t>
            </a:r>
            <a:endParaRPr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02" name="Google Shape;102;p19" title="hospital-1066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7000" y="356125"/>
            <a:ext cx="15240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 title="crowd-or-group-of-people-19851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0800" y="2216150"/>
            <a:ext cx="15240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 title="search-employee-896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500" y="2216150"/>
            <a:ext cx="15240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 txBox="1"/>
          <p:nvPr/>
        </p:nvSpPr>
        <p:spPr>
          <a:xfrm>
            <a:off x="3533150" y="1960875"/>
            <a:ext cx="2743200" cy="14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hr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Hospitals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hr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Enable research while keeping full control and ownership of their data.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66050" y="3810100"/>
            <a:ext cx="3467100" cy="12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hr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Researchers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hr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Discover medical trends across hospitals without accessing raw patient data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6753300" y="3649900"/>
            <a:ext cx="23907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hr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Patients</a:t>
            </a:r>
            <a:endParaRPr b="1"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hr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Benefit from research without sacrificing privacy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FEE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hr">
                <a:latin typeface="Montserrat ExtraBold"/>
                <a:ea typeface="Montserrat ExtraBold"/>
                <a:cs typeface="Montserrat ExtraBold"/>
                <a:sym typeface="Montserrat ExtraBold"/>
              </a:rPr>
              <a:t>Unlock the Power of Medical Data Research</a:t>
            </a:r>
            <a:endParaRPr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113" name="Google Shape;113;p20"/>
          <p:cNvCxnSpPr/>
          <p:nvPr/>
        </p:nvCxnSpPr>
        <p:spPr>
          <a:xfrm>
            <a:off x="3901450" y="1287775"/>
            <a:ext cx="38100" cy="323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p20"/>
          <p:cNvSpPr txBox="1"/>
          <p:nvPr/>
        </p:nvSpPr>
        <p:spPr>
          <a:xfrm>
            <a:off x="116850" y="2151375"/>
            <a:ext cx="37845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8636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eHealth Insights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3939550" y="2214825"/>
            <a:ext cx="5283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https://github.com/mide553/IDERHA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